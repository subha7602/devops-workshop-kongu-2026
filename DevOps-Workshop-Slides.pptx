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863840" cy="3017520"/>
          </a:xfrm>
          <a:prstGeom prst="roundRect">
            <a:avLst>
              <a:gd name="adj" fmla="val 10606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Docker · Kubernetes · Jenkins · Jira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tour of the modern software delivery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0" y="109728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0" descr="/private/tmp/claude-503/-Users-subhashinisv1-Desktop-devops-workshop-kongu-2026/31e83025-5d4e-49ba-8f65-948a0f51f596/scratchpad/icons/FaGit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28016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78240" y="2057400"/>
            <a:ext cx="822960" cy="822960"/>
          </a:xfrm>
          <a:prstGeom prst="ellipse">
            <a:avLst/>
          </a:prstGeom>
          <a:solidFill>
            <a:srgbClr val="4A4A68"/>
          </a:solidFill>
          <a:ln/>
        </p:spPr>
      </p:sp>
      <p:pic>
        <p:nvPicPr>
          <p:cNvPr id="11" name="Image 1" descr="/private/tmp/claude-503/-Users-subhashinisv1-Desktop-devops-workshop-kongu-2026/31e83025-5d4e-49ba-8f65-948a0f51f596/scratchpad/icons/Fa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24028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778240" y="301752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3" name="Image 2" descr="/private/tmp/claude-503/-Users-subhashinisv1-Desktop-devops-workshop-kongu-2026/31e83025-5d4e-49ba-8f65-948a0f51f596/scratchpad/icons/Fa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200400"/>
            <a:ext cx="457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778240" y="39776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3" descr="/private/tmp/claude-503/-Users-subhashinisv1-Desktop-devops-workshop-kongu-2026/31e83025-5d4e-49ba-8f65-948a0f51f596/scratchpad/icons/SiKuberne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16052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778240" y="4937760"/>
            <a:ext cx="822960" cy="822960"/>
          </a:xfrm>
          <a:prstGeom prst="ellipse">
            <a:avLst/>
          </a:prstGeom>
          <a:solidFill>
            <a:srgbClr val="E14F55"/>
          </a:solidFill>
          <a:ln/>
        </p:spPr>
      </p:sp>
      <p:pic>
        <p:nvPicPr>
          <p:cNvPr id="17" name="Image 4" descr="/private/tmp/claude-503/-Users-subhashinisv1-Desktop-devops-workshop-kongu-2026/31e83025-5d4e-49ba-8f65-948a0f51f596/scratchpad/icons/FaJenk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5120640"/>
            <a:ext cx="457200" cy="457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778240" y="589788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9" name="Image 5" descr="/private/tmp/claude-503/-Users-subhashinisv1-Desktop-devops-workshop-kongu-2026/31e83025-5d4e-49ba-8f65-948a0f51f596/scratchpad/icons/SiJi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608076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Engineering College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DevOps?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+ Practices + Tools that unite Development and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/private/tmp/claude-503/-Users-subhashinisv1-Desktop-devops-workshop-kongu-2026/31e83025-5d4e-49ba-8f65-948a0f51f596/scratchpad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14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96596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wall between Dev (building) and Ops (running)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/private/tmp/claude-503/-Users-subhashinisv1-Desktop-devops-workshop-kongu-2026/31e83025-5d4e-49ba-8f65-948a0f51f596/scratchpad/icons/FaSync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278892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loop: plan, build, test, release, operate, monitor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2" descr="/private/tmp/claude-503/-Users-subhashinisv1-Desktop-devops-workshop-kongu-2026/31e83025-5d4e-49ba-8f65-948a0f51f596/scratchpad/icons/Fa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673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361188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releases with fewer errors, through automation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3" descr="/private/tmp/claude-503/-Users-subhashinisv1-Desktop-devops-workshop-kongu-2026/31e83025-5d4e-49ba-8f65-948a0f51f596/scratchpad/icons/Fa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5902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61872" y="4434840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— everyone is responsible for quality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589520" y="1188720"/>
            <a:ext cx="4023360" cy="4206240"/>
          </a:xfrm>
          <a:prstGeom prst="roundRect">
            <a:avLst>
              <a:gd name="adj" fmla="val 7955"/>
            </a:avLst>
          </a:prstGeom>
          <a:solidFill>
            <a:srgbClr val="F9E795"/>
          </a:solidFill>
          <a:ln/>
        </p:spPr>
      </p:sp>
      <p:sp>
        <p:nvSpPr>
          <p:cNvPr id="19" name="Shape 13"/>
          <p:cNvSpPr/>
          <p:nvPr/>
        </p:nvSpPr>
        <p:spPr>
          <a:xfrm>
            <a:off x="8732520" y="21031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4" descr="/private/tmp/claude-503/-Users-subhashinisv1-Desktop-devops-workshop-kongu-2026/31e83025-5d4e-49ba-8f65-948a0f51f596/scratchpad/icons/FaInfin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2468880"/>
            <a:ext cx="1005840" cy="10058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89520" y="39776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Ops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loop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Tools We Will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92328" y="173736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1048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private/tmp/claude-503/-Users-subhashinisv1-Desktop-devops-workshop-kongu-2026/31e83025-5d4e-49ba-8f65-948a0f51f596/scratchpad/icons/FaGit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504" y="2185416"/>
            <a:ext cx="566928" cy="5669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2328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92328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4208" y="173736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/private/tmp/claude-503/-Users-subhashinisv1-Desktop-devops-workshop-kongu-2026/31e83025-5d4e-49ba-8f65-948a0f51f596/scratchpad/icons/Fa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384" y="2185416"/>
            <a:ext cx="566928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04208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04208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hosting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6088" y="173736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04808" y="1965960"/>
            <a:ext cx="1005840" cy="100584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7" name="Image 2" descr="/private/tmp/claude-503/-Users-subhashinisv1-Desktop-devops-workshop-kongu-2026/31e83025-5d4e-49ba-8f65-948a0f51f596/scratchpad/icons/Fa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264" y="2185416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16088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016088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2328" y="411480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981048" y="43434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3" descr="/private/tmp/claude-503/-Users-subhashinisv1-Desktop-devops-workshop-kongu-2026/31e83025-5d4e-49ba-8f65-948a0f51f596/scratchpad/icons/SiKuberne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504" y="4562856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2328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792328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04208" y="411480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92928" y="4343400"/>
            <a:ext cx="1005840" cy="1005840"/>
          </a:xfrm>
          <a:prstGeom prst="ellipse">
            <a:avLst/>
          </a:prstGeom>
          <a:solidFill>
            <a:srgbClr val="E14F55"/>
          </a:solidFill>
          <a:ln/>
        </p:spPr>
      </p:sp>
      <p:pic>
        <p:nvPicPr>
          <p:cNvPr id="27" name="Image 4" descr="/private/tmp/claude-503/-Users-subhashinisv1-Desktop-devops-workshop-kongu-2026/31e83025-5d4e-49ba-8f65-948a0f51f596/scratchpad/icons/FaJenk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4562856"/>
            <a:ext cx="566928" cy="5669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04208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404208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16088" y="4114800"/>
            <a:ext cx="33832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204808" y="4343400"/>
            <a:ext cx="1005840" cy="100584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32" name="Image 5" descr="/private/tmp/claude-503/-Users-subhashinisv1-Desktop-devops-workshop-kongu-2026/31e83025-5d4e-49ba-8f65-948a0f51f596/scratchpad/icons/SiJi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4264" y="4562856"/>
            <a:ext cx="566928" cy="5669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016088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016088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031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3/-Users-subhashinisv1-Desktop-devops-workshop-kongu-2026/31e83025-5d4e-49ba-8f65-948a0f51f596/scratchpad/icons/FaGitAlt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231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Git?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1" name="Image 1" descr="/private/tmp/claude-503/-Users-subhashinisv1-Desktop-devops-workshop-kongu-2026/31e83025-5d4e-49ba-8f65-948a0f51f596/scratchpad/icons/FaCode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7830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to code, locally and offline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27432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4" name="Image 2" descr="/private/tmp/claude-503/-Users-subhashinisv1-Desktop-devops-workshop-kongu-2026/31e83025-5d4e-49ba-8f65-948a0f51f596/scratchpad/icons/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852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85232" y="26974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teams work in parallel without conflict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7" name="Image 3" descr="/private/tmp/claude-503/-Users-subhashinisv1-Desktop-devops-workshop-kongu-2026/31e83025-5d4e-49ba-8f65-948a0f51f596/scratchpad/icons/FaSync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7673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85232" y="36118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— revert or compare any past version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663440" y="45720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20" name="Image 4" descr="/private/tmp/claude-503/-Users-subhashinisv1-Desktop-devops-workshop-kongu-2026/31e83025-5d4e-49ba-8f65-948a0f51f596/scratchpad/icons/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6817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85232" y="45262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almost every modern dev workflow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9402775" y="21031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3/-Users-subhashinisv1-Desktop-devops-workshop-kongu-2026/31e83025-5d4e-49ba-8f65-948a0f51f596/scratchpad/icons/FaGithu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24231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51215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351215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Home for Git Repos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GitHub?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/private/tmp/claude-503/-Users-subhashinisv1-Desktop-devops-workshop-kongu-2026/31e83025-5d4e-49ba-8f65-948a0f51f596/scratchpad/icons/Fa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1872" y="17830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Git repos in the cloud — access from anywhere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private/tmp/claude-503/-Users-subhashinisv1-Desktop-devops-workshop-kongu-2026/31e83025-5d4e-49ba-8f65-948a0f51f596/scratchpad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52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26974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make code review and discussion easy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/private/tmp/claude-503/-Users-subhashinisv1-Desktop-devops-workshop-kongu-2026/31e83025-5d4e-49ba-8f65-948a0f51f596/scratchpad/icons/FaSync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673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36118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Actions connect planning, CI/CD and code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4" descr="/private/tmp/claude-503/-Users-subhashinisv1-Desktop-devops-workshop-kongu-2026/31e83025-5d4e-49ba-8f65-948a0f51f596/scratchpad/icons/Fa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6817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61872" y="45262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team collaboration and open source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once, run anywhere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371600" cy="13716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7" name="Image 0" descr="/private/tmp/claude-503/-Users-subhashinisv1-Desktop-devops-workshop-kongu-2026/31e83025-5d4e-49ba-8f65-948a0f51f596/scratchpad/icons/FaDo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731520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88820" y="224028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private/tmp/claude-503/-Users-subhashinisv1-Desktop-devops-workshop-kongu-2026/31e83025-5d4e-49ba-8f65-948a0f51f596/scratchpad/icons/FaBox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244144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an app + its dependencies into a lightweight, portable container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29300" y="224028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/private/tmp/claude-503/-Users-subhashinisv1-Desktop-devops-workshop-kongu-2026/31e83025-5d4e-49ba-8f65-948a0f51f596/scratchpad/icons/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244144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problems vanish — every environment matches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2104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69780" y="2240280"/>
            <a:ext cx="914400" cy="9144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20" name="Image 3" descr="/private/tmp/claude-503/-Users-subhashinisv1-Desktop-devops-workshop-kongu-2026/31e83025-5d4e-49ba-8f65-948a0f51f596/scratchpad/icons/Fa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44144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4964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onboarding, consistent deploys, easy scaling across the cloud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manages containers at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371600" cy="13716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/private/tmp/claude-503/-Users-subhashinisv1-Desktop-devops-workshop-kongu-2026/31e83025-5d4e-49ba-8f65-948a0f51f596/scratchpad/icons/SiKubern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731520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88820" y="224028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private/tmp/claude-503/-Users-subhashinisv1-Desktop-devops-workshop-kongu-2026/31e83025-5d4e-49ba-8f65-948a0f51f596/scratchpad/icons/Fa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244144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many containers — scheduling, scaling and healing them automatically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29300" y="2240280"/>
            <a:ext cx="914400" cy="9144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5" name="Image 2" descr="/private/tmp/claude-503/-Users-subhashinisv1-Desktop-devops-workshop-kongu-2026/31e83025-5d4e-49ba-8f65-948a0f51f596/scratchpad/icons/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244144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container management breaks down past a handful of services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21040" y="192024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69780" y="224028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3" descr="/private/tmp/claude-503/-Users-subhashinisv1-Desktop-devops-workshop-kongu-2026/31e83025-5d4e-49ba-8f65-948a0f51f596/scratchpad/icons/FaNetworkWi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44144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49640" y="3337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Self-healing, auto-scaling, zero-downtime deploys for large systems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14F55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031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3/-Users-subhashinisv1-Desktop-devops-workshop-kongu-2026/31e83025-5d4e-49ba-8f65-948a0f51f596/scratchpad/icons/FaJenkins_coral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231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Server for CI/CD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useful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1" name="Image 1" descr="/private/tmp/claude-503/-Users-subhashinisv1-Desktop-devops-workshop-kongu-2026/31e83025-5d4e-49ba-8f65-948a0f51f596/scratchpad/icons/FaSync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7830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builds, tests and deploys on every commit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27432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4" name="Image 2" descr="/private/tmp/claude-503/-Users-subhashinisv1-Desktop-devops-workshop-kongu-2026/31e83025-5d4e-49ba-8f65-948a0f51f596/scratchpad/icons/Fa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852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85232" y="26974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Pipelines-as-code (Jenkinsfile) make releases repeatable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7" name="Image 3" descr="/private/tmp/claude-503/-Users-subhashinisv1-Desktop-devops-workshop-kongu-2026/31e83025-5d4e-49ba-8f65-948a0f51f596/scratchpad/icons/FaNetworkWi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7673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85232" y="36118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plugin ecosystem connects to Docker, K8s, Git and more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663440" y="457200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20" name="Image 4" descr="/private/tmp/claude-503/-Users-subhashinisv1-Desktop-devops-workshop-kongu-2026/31e83025-5d4e-49ba-8f65-948a0f51f596/scratchpad/icons/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6817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85232" y="45262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early and shortens the release cycle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2926080" cy="2926080"/>
          </a:xfrm>
          <a:prstGeom prst="ellipse">
            <a:avLst/>
          </a:prstGeom>
          <a:solidFill>
            <a:srgbClr val="F9E7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212080"/>
            <a:ext cx="2743200" cy="274320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5" name="Shape 3"/>
          <p:cNvSpPr/>
          <p:nvPr/>
        </p:nvSpPr>
        <p:spPr>
          <a:xfrm>
            <a:off x="9402775" y="21031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3/-Users-subhashinisv1-Desktop-devops-workshop-kongu-2026/31e83025-5d4e-49ba-8f65-948a0f51f596/scratchpad/icons/SiJira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24231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51215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351215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Issue-Driven Development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229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drives the workflow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/private/tmp/claude-503/-Users-subhashinisv1-Desktop-devops-workshop-kongu-2026/31e83025-5d4e-49ba-8f65-948a0f51f596/scratchpad/icons/Fa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1872" y="17830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task, bug and feature starts life as a Jira issue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private/tmp/claude-503/-Users-subhashinisv1-Desktop-devops-workshop-kongu-2026/31e83025-5d4e-49ba-8f65-948a0f51f596/scratchpad/icons/FaCode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52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26974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and commits link back to their issue key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/private/tmp/claude-503/-Users-subhashinisv1-Desktop-devops-workshop-kongu-2026/31e83025-5d4e-49ba-8f65-948a0f51f596/scratchpad/icons/FaSync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673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36118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moves (To Do → In Progress → Done) track real status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4" descr="/private/tmp/claude-503/-Users-subhashinisv1-Desktop-devops-workshop-kongu-2026/31e83025-5d4e-49ba-8f65-948a0f51f596/scratchpad/icons/FaB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6817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61872" y="4526280"/>
            <a:ext cx="605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reviews and releases stay traceable to a ticket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Workshop · Kongu 2026        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64592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30352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 in Jira, version it in Git, ship it with Jenkins,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it with Docker, run it on Kubernetes, host it on GitHub.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private/tmp/claude-503/-Users-subhashinisv1-Desktop-devops-workshop-kongu-2026/31e83025-5d4e-49ba-8f65-948a0f51f596/scratchpad/icons/FaGit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133088"/>
            <a:ext cx="557784" cy="5577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6596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private/tmp/claude-503/-Users-subhashinisv1-Desktop-devops-workshop-kongu-2026/31e83025-5d4e-49ba-8f65-948a0f51f596/scratchpad/icons/Fa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4133088"/>
            <a:ext cx="557784" cy="5577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/private/tmp/claude-503/-Users-subhashinisv1-Desktop-devops-workshop-kongu-2026/31e83025-5d4e-49ba-8f65-948a0f51f596/scratchpad/icons/Fa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33088"/>
            <a:ext cx="557784" cy="5577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1752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43484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/private/tmp/claude-503/-Users-subhashinisv1-Desktop-devops-workshop-kongu-2026/31e83025-5d4e-49ba-8f65-948a0f51f596/scratchpad/icons/SiKuberne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4133088"/>
            <a:ext cx="557784" cy="5577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25196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66928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4" descr="/private/tmp/claude-503/-Users-subhashinisv1-Desktop-devops-workshop-kongu-2026/31e83025-5d4e-49ba-8f65-948a0f51f596/scratchpad/icons/FaJenk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4133088"/>
            <a:ext cx="557784" cy="5577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8640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903720" y="39319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5" descr="/private/tmp/claude-503/-Users-subhashinisv1-Desktop-devops-workshop-kongu-2026/31e83025-5d4e-49ba-8f65-948a0f51f596/scratchpad/icons/SiJi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4133088"/>
            <a:ext cx="557784" cy="5577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20840" y="4965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let's build something together.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Kongu DevOps Workshop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Workshop</dc:title>
  <dc:subject>PptxGenJS Presentation</dc:subject>
  <dc:creator>DevOps Workshop</dc:creator>
  <cp:lastModifiedBy>DevOps Workshop</cp:lastModifiedBy>
  <cp:revision>1</cp:revision>
  <dcterms:created xsi:type="dcterms:W3CDTF">2026-10-06T08:42:43Z</dcterms:created>
  <dcterms:modified xsi:type="dcterms:W3CDTF">2026-10-06T08:42:43Z</dcterms:modified>
</cp:coreProperties>
</file>